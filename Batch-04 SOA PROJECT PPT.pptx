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-82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=""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pPr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microsoft.com/office/2007/relationships/diagramDrawing" Target="../diagrams/drawing1.xml"/><Relationship Id="rId4" Type="http://schemas.openxmlformats.org/officeDocument/2006/relationships/hyperlink" Target="https://svgsilh.com/03a9f4/image/98809.html" TargetMode="Externa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=""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36571943"/>
              </p:ext>
            </p:extLst>
          </p:nvPr>
        </p:nvGraphicFramePr>
        <p:xfrm>
          <a:off x="8193271" y="4586068"/>
          <a:ext cx="3702050" cy="19583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</a:tblGrid>
              <a:tr h="19583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  <a:r>
                        <a:rPr lang="en-IN" sz="16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A.Lakshman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</a:t>
                      </a:r>
                      <a:r>
                        <a:rPr lang="en-IN" sz="16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Number :2420030067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: Sanivarapu Sadhana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2420030225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Maddipatla Pavani Sree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kern="1200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2420030336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=""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=""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=""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=""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=""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Dr.Neelima</a:t>
                      </a:r>
                      <a:r>
                        <a:rPr lang="en-US" sz="1600" b="1" baseline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Gogineni</a:t>
                      </a:r>
                      <a:endParaRPr lang="en-US" sz="16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=""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=""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=""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=""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=""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=""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AI-Powered Recipe Recommendation System</a:t>
            </a:r>
          </a:p>
          <a:p>
            <a:pPr lvl="0" algn="ctr"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=""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=""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=""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=""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=""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=""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=""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=""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=""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=""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  <a:ext uri="{837473B0-CC2E-450A-ABE3-18F120FF3D39}">
                  <a1611:picAttrSrcUrl xmlns=""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=""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80825" y="590843"/>
            <a:ext cx="48392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Statement</a:t>
            </a:r>
          </a:p>
          <a:p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171" name="Rectangle 3"/>
          <p:cNvSpPr>
            <a:spLocks noChangeArrowheads="1"/>
          </p:cNvSpPr>
          <p:nvPr/>
        </p:nvSpPr>
        <p:spPr bwMode="auto">
          <a:xfrm rot="10800000" flipV="1">
            <a:off x="956603" y="1940782"/>
            <a:ext cx="9959926" cy="340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Many people have ingredients at home but are unsure about what recipes they can prepare based on the actual quantities available. Choosing a suitable recipe becomes more difficult when users have specific requirements such as calorie limits, dietary preferences, and limited cooking time.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Therefore, there is a need for an intelligent and quantity-aware recipe recommendation system that combines actual ingredient quantities, nutritional preferences, and cooking constraints to provide practical and personalized recipes that users can realistically prepare.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3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766646" y="83063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145" name="Rectangle 1"/>
          <p:cNvSpPr>
            <a:spLocks noChangeArrowheads="1"/>
          </p:cNvSpPr>
          <p:nvPr/>
        </p:nvSpPr>
        <p:spPr bwMode="auto">
          <a:xfrm rot="10800000" flipV="1">
            <a:off x="773719" y="1785449"/>
            <a:ext cx="9720777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recommend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suitable recipes based on the actual ingredients and quantities available with the user.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provide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personalized recipe suggestions based on dietary preferences, calorie requirements, cooking time, and food choices.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ingredient availability and quantities to identify recipes that can realistically be prepared by the user.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provide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practical recipe recommendations by matching the user's available ingredients with recipe requirements.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an AI-powered SOA/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Microservices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-based system that provides secure, modular, and scalable recipe recommendation services.</a:t>
            </a:r>
          </a:p>
        </p:txBody>
      </p:sp>
    </p:spTree>
    <p:extLst>
      <p:ext uri="{BB962C8B-B14F-4D97-AF65-F5344CB8AC3E}">
        <p14:creationId xmlns=""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2344012633"/>
              </p:ext>
            </p:extLst>
          </p:nvPr>
        </p:nvGraphicFramePr>
        <p:xfrm>
          <a:off x="274646" y="520505"/>
          <a:ext cx="11642705" cy="62419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="" xmlns:a16="http://schemas.microsoft.com/office/drawing/2014/main" val="1396003017"/>
                    </a:ext>
                  </a:extLst>
                </a:gridCol>
              </a:tblGrid>
              <a:tr h="3094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5846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Bondevik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 Systematic Review on Food Recommender Systems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2024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Systematic review of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67 high-quality studies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covering content-based filtering ,machine</a:t>
                      </a: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learning, recommendation algorithms, datasets and evaluation methods.</a:t>
                      </a:r>
                      <a:endParaRPr lang="en-US" sz="1400" b="0" i="0" kern="1200" dirty="0" smtClean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Food recommender systems can help users overcome information overload. Most existing systems use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content-based filtering and ML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but many provide limited personalization. 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 Existing systems need better personalization and improved handling of the complex requirements of food recommendation. Future systems can combine multiple user preferences and advanced AI methods.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14155954"/>
                  </a:ext>
                </a:extLst>
              </a:tr>
              <a:tr h="198588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Soekamto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Pic2Plate: A Vision-Language and Retrieval-Augmented Framework for Personalized Recipe Recommendations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2025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Uses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Vision-Language Models (VLMs)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to identify ingredients from images and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Retrieval-Augmented Generation (RAG)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to retrieve and personalize recipes based on ingredients and user preferences.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The combination of VLM and RAG provides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context-aware and personalized recipe recommendations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. The system achieved strong ingredient-detection results and its recommendations were evaluated with 120 participants.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Requires image recognition and online retrieval, which can increase system complexity and dependency on connectivity. Future work includes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offline functionality, adaptive learning, multimodal data and user-feedback loops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55426370"/>
                  </a:ext>
                </a:extLst>
              </a:tr>
              <a:tr h="20661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Song &amp; Li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Computational Recipe Intelligence: A Survey of Recipe Design, Generation, Recommendation, and Evaluation Protocols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2026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Reviews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AI-based recipe design, generation and recommendation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including neural models, multimodal learning, LLMs, RAG, knowledge-enhanced approaches and personalized recommendation.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      Modern recipe intelligence is moving toward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LLMs, RAG, multimodal AI and personalized recommendation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. Recipe recommendation should consider user preferences, available ingredients and constraints.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Current research is fragmented across different tasks and datasets. Future work should focus on </a:t>
                      </a:r>
                      <a:r>
                        <a:rPr lang="en-US" sz="1400" b="1" dirty="0" smtClean="0">
                          <a:latin typeface="Times New Roman" pitchFamily="18" charset="0"/>
                          <a:cs typeface="Times New Roman" pitchFamily="18" charset="0"/>
                        </a:rPr>
                        <a:t>unified, controllable and interactive recipe intelligence systems</a:t>
                      </a: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, with better evaluation of feasibility and personalization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32430" y="0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 rot="10800000" flipV="1">
            <a:off x="2583767" y="4445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1859" y="1406770"/>
          <a:ext cx="10396023" cy="488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5341"/>
                <a:gridCol w="3465341"/>
                <a:gridCol w="3465341"/>
              </a:tblGrid>
              <a:tr h="406791">
                <a:tc>
                  <a:txBody>
                    <a:bodyPr/>
                    <a:lstStyle/>
                    <a:p>
                      <a:r>
                        <a:rPr lang="en-US" dirty="0" smtClean="0"/>
                        <a:t>Existing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Gap Identification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Proposed Solution</a:t>
                      </a:r>
                      <a:endParaRPr lang="en-US" dirty="0"/>
                    </a:p>
                  </a:txBody>
                  <a:tcPr/>
                </a:tc>
              </a:tr>
              <a:tr h="711884">
                <a:tc>
                  <a:txBody>
                    <a:bodyPr/>
                    <a:lstStyle/>
                    <a:p>
                      <a:r>
                        <a:rPr lang="en-US" dirty="0" smtClean="0"/>
                        <a:t>Basic ingredient-based recipe 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Does not always consider the </a:t>
                      </a:r>
                      <a:r>
                        <a:rPr lang="en-US" b="1" dirty="0" smtClean="0"/>
                        <a:t>actual quantity</a:t>
                      </a:r>
                      <a:r>
                        <a:rPr lang="en-US" dirty="0" smtClean="0"/>
                        <a:t> available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Quantity-aware recipe recommendation</a:t>
                      </a:r>
                      <a:endParaRPr lang="en-US" dirty="0"/>
                    </a:p>
                  </a:txBody>
                  <a:tcPr/>
                </a:tc>
              </a:tr>
              <a:tr h="1016977"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personalized recommendations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User preferences may not be considered together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Personalized recommendations based on dietary and nutritional preferences</a:t>
                      </a:r>
                      <a:endParaRPr lang="en-US" dirty="0"/>
                    </a:p>
                  </a:txBody>
                  <a:tcPr/>
                </a:tc>
              </a:tr>
              <a:tr h="1016977">
                <a:tc>
                  <a:txBody>
                    <a:bodyPr/>
                    <a:lstStyle/>
                    <a:p>
                      <a:r>
                        <a:rPr lang="en-US" dirty="0" smtClean="0"/>
                        <a:t>Separate calorie or nutrition filtering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Nutritional requirements may not be integrated with recipe matching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AI-based nutrition-aware recommendation</a:t>
                      </a:r>
                      <a:endParaRPr lang="en-US" dirty="0"/>
                    </a:p>
                  </a:txBody>
                  <a:tcPr/>
                </a:tc>
              </a:tr>
              <a:tr h="711884">
                <a:tc>
                  <a:txBody>
                    <a:bodyPr/>
                    <a:lstStyle/>
                    <a:p>
                      <a:r>
                        <a:rPr lang="en-US" dirty="0" smtClean="0"/>
                        <a:t>Recipe search based mainly on ingredients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May not consider </a:t>
                      </a:r>
                      <a:r>
                        <a:rPr lang="en-US" b="1" dirty="0" smtClean="0"/>
                        <a:t>cooking time</a:t>
                      </a:r>
                      <a:r>
                        <a:rPr lang="en-US" dirty="0" smtClean="0"/>
                        <a:t> along with other 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Match recipes according to available cooking time</a:t>
                      </a:r>
                      <a:endParaRPr lang="en-US" dirty="0"/>
                    </a:p>
                  </a:txBody>
                  <a:tcPr/>
                </a:tc>
              </a:tr>
              <a:tr h="1016977">
                <a:tc>
                  <a:txBody>
                    <a:bodyPr/>
                    <a:lstStyle/>
                    <a:p>
                      <a:r>
                        <a:rPr lang="en-US" dirty="0" smtClean="0"/>
                        <a:t>AI-generated recipes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Some recommendations may not match the user's actual ingredients or quantities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Practical recipe matching using available ingredients and quantities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168813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422032" y="1392702"/>
            <a:ext cx="10986868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Innovation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Our project innovatively combines AI-based recipe recommendation with quantity-aware ingredient analysis and SOA/Micro services architecture to recommend recipes based on the actual ingredients and quantities available with the user.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Creativity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system creatively analyzes available ingredients, quantities, nutritional preferences, calorie requirements, and cooking time to provide personalized and practical recipe recommendations.</a:t>
            </a:r>
          </a:p>
          <a:p>
            <a:pPr algn="just"/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Novelty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novelty lies in integrating quantity-aware recommendation, personalized nutrition-based suggestions, and practical recipe matching into a single AI-powered recipe recommendation system using SOA/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Microservices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architecture.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sz="23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36576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Feasibility &amp; Project Plan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548640" y="1102578"/>
            <a:ext cx="108784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Technical Feasibility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system can be developed using React.js, Java, Spring Boot,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REST APIs, and SOA/Micro services, which are suitable for implementing the proposed system. 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Operational Feasibility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Users can enter their ingredients, quantities, dietary preferences, and cooking requirements through a simple interface and receive suitable recipes. 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Economic Feasibility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can be developed at low cost using open-source technologies and commonly available development tools. 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Time Feasibility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can be completed phase by phase, including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microservices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development, AI recommendation, frontend development, integration, and testing. 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Scalability Feasibility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SOA/Micro services architecture allows services such as User, Ingredient, Recipe, and Recommendation Services to be independently updated and extended. </a:t>
            </a:r>
          </a:p>
          <a:p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01857" y="464234"/>
            <a:ext cx="10564837" cy="593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914</Words>
  <Application>Microsoft Office PowerPoint</Application>
  <PresentationFormat>Custom</PresentationFormat>
  <Paragraphs>114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srikanth ch</dc:creator>
  <cp:lastModifiedBy>Sadhana</cp:lastModifiedBy>
  <cp:revision>41</cp:revision>
  <dcterms:created xsi:type="dcterms:W3CDTF">2026-08-08T06:33:56Z</dcterms:created>
  <dcterms:modified xsi:type="dcterms:W3CDTF">2026-08-19T13:25:40Z</dcterms:modified>
</cp:coreProperties>
</file>