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257" r:id="rId5"/>
    <p:sldId id="903" r:id="rId6"/>
    <p:sldId id="905" r:id="rId7"/>
    <p:sldId id="902" r:id="rId8"/>
    <p:sldId id="258" r:id="rId9"/>
    <p:sldId id="904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75626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400" b="1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+mn-ea"/>
                        </a:rPr>
                        <a:t>Name: A.Lakshman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+mn-ea"/>
                        </a:rPr>
                        <a:t>Roll </a:t>
                      </a:r>
                      <a:r>
                        <a:rPr lang="en-IN" sz="1400" b="1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+mn-ea"/>
                        </a:rPr>
                        <a:t>Number :2420030067</a:t>
                      </a:r>
                      <a:endParaRPr lang="en-IN" sz="1400" b="1" kern="120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+mn-ea"/>
                        </a:rPr>
                        <a:t>Name : Sanivarapu Sadhana</a:t>
                      </a:r>
                      <a:endParaRPr lang="en-IN" sz="1400" b="1" kern="1200" baseline="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+mn-ea"/>
                        </a:rPr>
                        <a:t>Roll Number: 2420030225</a:t>
                      </a:r>
                      <a:endParaRPr lang="en-IN" sz="1400" b="1" kern="1200" baseline="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+mn-ea"/>
                        </a:rPr>
                        <a:t>Name: Maddipatla Pavani Sree</a:t>
                      </a:r>
                      <a:endParaRPr lang="en-IN" sz="1400" b="1" kern="1200" baseline="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+mn-ea"/>
                        </a:rPr>
                        <a:t>Roll Number: 2420030336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41203" y="4682050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Dr.Neelima 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Professor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, 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</a:t>
            </a:r>
            <a:r>
              <a:rPr lang="en-US" altLang="en-IN" b="1" dirty="0"/>
              <a:t>2</a:t>
            </a:r>
            <a:endParaRPr lang="en-US" alt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200" dirty="0" smtClean="0">
                <a:solidFill>
                  <a:schemeClr val="bg1"/>
                </a:solidFill>
                <a:sym typeface="+mn-ea"/>
              </a:rPr>
              <a:t>AI-Powered Recipe Recommendation System</a:t>
            </a:r>
            <a:endParaRPr lang="en-US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8187" y="2246806"/>
            <a:ext cx="1071562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</a:t>
            </a:r>
            <a:r>
              <a:rPr lang="en-US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93090" y="266065"/>
            <a:ext cx="10142855" cy="855980"/>
          </a:xfrm>
          <a:prstGeom prst="rect">
            <a:avLst/>
          </a:prstGeom>
        </p:spPr>
        <p:txBody>
          <a:bodyPr>
            <a:noAutofit/>
          </a:bodyPr>
          <a:p>
            <a:pPr algn="ctr">
              <a:lnSpc>
                <a:spcPct val="90000"/>
              </a:lnSpc>
            </a:pPr>
            <a:r>
              <a:rPr sz="1600"/>
              <a:t> </a:t>
            </a:r>
            <a:r>
              <a:rPr sz="54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sz="5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" y="1122045"/>
            <a:ext cx="11507470" cy="57359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65605" y="531495"/>
            <a:ext cx="791019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80035" y="1667510"/>
            <a:ext cx="11844655" cy="456565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Input: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Enter available ingredients, quantities, dietary preferences, calorie requirements, and cooking time.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Ingredient Analysis: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Analyze the available ingredients and their quantities.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Recipe Matching: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Match available ingredients with recipe requirements.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Preference Filtering: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Filter recipes based on dietary preferences, calories, and cooking time.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 Recommendation: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 AI to provide personalized recipe suggestions.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Recipe Ranking: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Rank recipes based on their suitability.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Final Output: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Display the most suitable recipes to the user.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860" y="212090"/>
            <a:ext cx="10515600" cy="1021080"/>
          </a:xfrm>
        </p:spPr>
        <p:txBody>
          <a:bodyPr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Technical Soundness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3170"/>
            <a:ext cx="10515600" cy="4944110"/>
          </a:xfrm>
        </p:spPr>
        <p:txBody>
          <a:bodyPr/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Uses AI techniques to recommend recipes based on user requirements.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Input: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Considers ingredients, cuisine, dietary preference, spice level, and cooking time.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Recipe Matching: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Matches user inputs with available recipes to generate suitable recommendations.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Ingredient Substitution: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Suggests alternative ingredients when required ingredients are unavailable.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Architecture: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Divides the application into independent services such as User, Recipe, and Recommendation services.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REST APIs: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communication between different services and application components.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 Discovery: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Eureka helps microservices discover and communicate with each other.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API Gateway: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single entry point for client requests and routes them to the appropriate service.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JWT authentication can be used to provide secure access to user-related services.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Postman is used to test APIs and verify communication between services.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Microservices allow individual services to be developed, updated, and scaled independently.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Maintainability: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Separating the system into modules makes the application easier to maintain and extend.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3505" y="158750"/>
            <a:ext cx="8281670" cy="635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12395" y="991870"/>
            <a:ext cx="4045585" cy="5532755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↓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REACT FRONTEND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API GATEWAY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USER | INGREDIENT | RECIPE SERVICES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SERVICE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&amp; RECOMMENSATION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MYSQL DATABASE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RECOMMENDED RECIPES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980" y="794385"/>
            <a:ext cx="7858125" cy="59277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213998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600" b="1" dirty="0"/>
              <a:t> Implementation Status</a:t>
            </a:r>
            <a:endParaRPr lang="en-US" alt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51790" y="1022985"/>
            <a:ext cx="11578590" cy="536829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Microservices Module : 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Recipe Service handles recipe-related operations.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Recommendation Service handles AI recommendations.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Service manages user information and preferences.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User Input Module :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enters available ingredients.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can select cuisine type.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can specify dietary preferences.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AI Recipe Recommendation Module: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Analyzes the user's inputs.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Matches available ingredients with recipes.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Considers cuisine, diet, spice level and cooking time.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Generates suitable recipe recommendations.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Preference &amp; Personalization Module: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Maintains user preferences.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Uses previous choices to improve recommendations.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more personalized recipe suggestions.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the system understand individual food preferences.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5.API Gateway &amp; Service Discovery: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API Gateway provides a single entry point for the application.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Eureka is used for service discovery.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Makes the system easier to manage and scale.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180" y="784225"/>
            <a:ext cx="10515600" cy="57785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Security Module: 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JWT authentication is used for secure user access.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Authenticates users before accessing protected services.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Ingredient Substitution Module: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Identifies unavailable ingredients.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Suggests possible substitute ingredients.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users prepare recipes with available ingredients.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Recipe Database Module :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Stores recipe information.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Stores ingredients, cuisine, cooking time and dietary information.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Recipes are retrieved based on user requirements.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the required recipe details to the recommendation module.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9. Testing &amp; Integration Module: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Test REST APIs using Postman.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Test communication between microservices.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Verify recommendation results.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763645" y="2367915"/>
            <a:ext cx="406400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66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3882</Words>
  <Application>WPS Presentation</Application>
  <PresentationFormat>Widescreen</PresentationFormat>
  <Paragraphs>116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Cambria</vt:lpstr>
      <vt:lpstr>Arial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WPS_1729070881</cp:lastModifiedBy>
  <cp:revision>44</cp:revision>
  <dcterms:created xsi:type="dcterms:W3CDTF">2026-08-08T06:33:00Z</dcterms:created>
  <dcterms:modified xsi:type="dcterms:W3CDTF">2026-09-22T06:49:44Z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1E98F2A69A4A48C68CE9B6A03ABEB9B7_13</vt:lpwstr>
  </property>
</Properties>
</file>